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23A048-02ED-4910-8428-FFAA08FF78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1006349-5B66-4730-AC6E-2135727907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0C907B-29E6-4ECA-A866-FD525DE66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F1140-E771-4B6F-BF6A-7354F68F1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AED48B-CA33-4389-987A-9B13F715A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576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D66F92-4F7C-4ACA-AF1E-B8C95BA06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F8794-473D-437A-A545-BA77346F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901950-BDC3-49EB-99E1-B3C192B9A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5DD6EF-29E7-44A2-8DBC-46441BB2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DF8862-9DB5-473E-BC6F-0434E18EF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26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9D6BC-F097-4EAC-B01F-368AE9BAB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35A804-FF5B-4BF4-8393-B286827DD4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3D8075-F2E9-4742-AAAD-F05FDD377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57684C-C39D-4266-BF09-D21BFA59A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2E1521B-B2D2-40E8-B721-20B584CF0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8377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E5C52A-991B-4CA4-AD8F-59D6611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BF63F09-C474-49E2-ADDC-CD32D07E8D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E0522-44BC-4C9D-89BC-F5B45444E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DEB2DD5-6B58-4F5C-9C10-7AC71D9B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491A79-BA55-4456-92D5-3BAF7CB96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EDA520-5B88-41A8-B976-0AB4BA93D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705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F63DCE-295D-456D-A0DB-31F868466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DA6A6CB-B56D-44A5-9D6D-2FB4831C2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01EA2DF-BD48-45CA-BD35-C62755C18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3B025A3-0E01-48F2-8DE7-1864F1CCB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8171BA3-FE0F-4A42-9BDB-FF7BFEBD3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A953D8-38D8-4080-919E-369496DD8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581B8B2-2017-4E0F-9A2A-96B8A4328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5C64550-8553-40C8-A5C5-0F9385946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4028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693163-33A2-4AD7-89BC-FDFD11B5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031B19B-FE40-4DF1-9160-D53078E9F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4EBEF3F-5850-4825-8059-353E702C6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1CA8619-B3E2-4017-B1F5-59E5BCE63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12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39FA0FF-0C41-47B0-8400-7BE13C7F0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DC7C218-C292-420E-96F7-4E76E10FA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AD33AFB-3F8E-47D6-B411-B4D43A177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363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A905FE-98C7-438E-9312-9CF85A3BA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9D1705-9CD6-4A78-8881-B9D307EE1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DEABEE8-C71F-4F9A-8688-ADC8F12FA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33F177-CC24-4CA1-B668-5FC4CA21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B3DB3A4-DBBC-42BD-B648-EFE038182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E609D1-A985-4151-B50E-123B3654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8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7F034A-0698-4DC7-9AD6-BFBA7092B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751F192-18F0-4798-BE6E-DDA9A097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2DC68A1-E7FC-4218-9CDF-E074A74C6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E16DD1-AF46-401E-A0B5-E863A9A0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278905-7460-4CF1-A8C2-9DE64DC04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CC7B827-A282-4B5A-AB91-9C38A8697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14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6F0328-6C17-4E6D-9D68-AAB0F2E3D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A32628-76CB-48F1-B4BA-0123720E9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866C80-7189-4143-9EED-0FB21E527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20BAA9-CF61-4AF6-BDB6-76BF1E736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26A5C6-A02D-4DC1-A51A-C93EDF1DD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8717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AFC345B-009F-45C4-B2B7-8F95DF140A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27257C6-3ED5-497E-A119-CE0A2B3C1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089DF6-34D9-4C30-A951-38043DD63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C6EBD0-3FD0-488E-A95F-F002E224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7DFB5A-5DA3-4A7B-BF28-889160A8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306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8B4ABA-EC95-4966-B585-C2EEC84AA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D141E4-011B-49DC-8E4D-8460C2878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AA70C0-C315-4F69-A160-E4516AEB02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D65279-0B5A-402E-A1AF-495BE2E7270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54DCE3-F46E-46E4-AFE5-5A568D193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E0C227-2841-423E-BC2F-FE03AA38C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7F373-DBCB-4FA6-8B83-873459F89E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254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8EACE3-548E-4C5B-81D9-56E131ACFF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017" y="1409351"/>
            <a:ext cx="9308983" cy="3961700"/>
          </a:xfrm>
        </p:spPr>
        <p:txBody>
          <a:bodyPr>
            <a:normAutofit fontScale="90000"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 к курсовой работе на тему </a:t>
            </a:r>
            <a:b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«Проектирование и реализация 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web-</a:t>
            </a: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интерфейса сайта образовательного учреждения»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Учебная организация: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АНО ПО МКИТ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</a:t>
            </a:r>
            <a:b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Алексеев Владислав Дмитриевич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9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ИС-323 Черников Иван Валерьевич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EAB059C-254F-4CE2-B66C-CBF517DDB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796792"/>
            <a:ext cx="9144000" cy="536895"/>
          </a:xfrm>
        </p:spPr>
        <p:txBody>
          <a:bodyPr>
            <a:normAutofit/>
          </a:bodyPr>
          <a:lstStyle/>
          <a:p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Москва, 2026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27CF931A-5835-47ED-8642-7FEDE824C9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450" y="77598"/>
            <a:ext cx="2274116" cy="140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529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F1D9E-AB59-42B7-ABD8-DE2BB4C88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70452"/>
            <a:ext cx="10515600" cy="704675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и цель работы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6F030F-E395-4AAE-82D1-E919E9929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702965"/>
            <a:ext cx="10515600" cy="4386685"/>
          </a:xfrm>
        </p:spPr>
        <p:txBody>
          <a:bodyPr>
            <a:normAutofit/>
          </a:bodyPr>
          <a:lstStyle/>
          <a:p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заключается в цифровизации и конкуренции, которые требуют современного сайта для автоматизации учебных процессов</a:t>
            </a:r>
          </a:p>
          <a:p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 разработка удобного, безопасного веб-интерфейса для всех категорий пользователей</a:t>
            </a:r>
          </a:p>
        </p:txBody>
      </p:sp>
    </p:spTree>
    <p:extLst>
      <p:ext uri="{BB962C8B-B14F-4D97-AF65-F5344CB8AC3E}">
        <p14:creationId xmlns:p14="http://schemas.microsoft.com/office/powerpoint/2010/main" val="3515811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F1D9E-AB59-42B7-ABD8-DE2BB4C88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70452"/>
            <a:ext cx="10515600" cy="704675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Состояние вопроса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6F030F-E395-4AAE-82D1-E919E9929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702965"/>
            <a:ext cx="10515600" cy="4386685"/>
          </a:xfrm>
        </p:spPr>
        <p:txBody>
          <a:bodyPr>
            <a:normAutofit/>
          </a:bodyPr>
          <a:lstStyle/>
          <a:p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сайтов учебных заведений выявил критические недостатки:</a:t>
            </a:r>
          </a:p>
          <a:p>
            <a:pPr marL="742950" indent="-742950">
              <a:buAutoNum type="arabicPeriod"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Перегруженность интерфейса текстом</a:t>
            </a:r>
          </a:p>
          <a:p>
            <a:pPr marL="742950" indent="-742950">
              <a:buAutoNum type="arabicPeriod"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удобного поиска и фильтров</a:t>
            </a:r>
          </a:p>
          <a:p>
            <a:pPr marL="742950" indent="-742950">
              <a:buAutoNum type="arabicPeriod"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Низкая производительность</a:t>
            </a:r>
          </a:p>
        </p:txBody>
      </p:sp>
    </p:spTree>
    <p:extLst>
      <p:ext uri="{BB962C8B-B14F-4D97-AF65-F5344CB8AC3E}">
        <p14:creationId xmlns:p14="http://schemas.microsoft.com/office/powerpoint/2010/main" val="154970776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100</Words>
  <Application>Microsoft Office PowerPoint</Application>
  <PresentationFormat>Широкоэкранный</PresentationFormat>
  <Paragraphs>10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Тема Office</vt:lpstr>
      <vt:lpstr>Презентация к курсовой работе на тему  «Проектирование и реализация web-интерфейса сайта образовательного учреждения» Учебная организация: АНО ПО МКИТ Руководитель работы: Алексеев Владислав Дмитриевич Выполнил: Студент группы 9/1 ИС-323 Черников Иван Валерьевич</vt:lpstr>
      <vt:lpstr>Актуальность и цель работы</vt:lpstr>
      <vt:lpstr>Состояние вопроса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к курсовой работе на тему  «Проектирование и реализация web-интерфейса сайта образовательного учреждения» Учебная организация: АНО ПО МКИТ Руководитель работы: Алексеев Владислав Дмитриевич Выполнил: Студент группы 9/1 ИС-323 Черников Иван Валерьевич</dc:title>
  <dc:creator>Черников Иван Валерьевич</dc:creator>
  <cp:lastModifiedBy>Черников Иван Валерьевич</cp:lastModifiedBy>
  <cp:revision>3</cp:revision>
  <dcterms:created xsi:type="dcterms:W3CDTF">2026-05-14T08:57:17Z</dcterms:created>
  <dcterms:modified xsi:type="dcterms:W3CDTF">2026-05-14T09:16:47Z</dcterms:modified>
</cp:coreProperties>
</file>